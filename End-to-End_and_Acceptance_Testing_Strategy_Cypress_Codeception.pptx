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42F57"/>
                </a:solidFill>
              </a:rPr>
              <a:t>End-to-End and Acceptance 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70C0"/>
                </a:solidFill>
              </a:rPr>
              <a:t>Using Cypress and Codeception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Testing goals and quality outcomes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What is Cypress?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What is Codeception acceptance testing?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Combined strategy: who tests what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Execution model in CI/CD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Metrics, governance, and rollout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Why This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Reduce production defects and release risk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Validate business-critical user journeys end-to-end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Get fast feedback at pull request time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Ensure acceptance criteria are always testable and measurable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What is Cypress?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Cypress is a JavaScript end-to-end testing framework for modern web applications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It runs directly in the browser with automatic waiting and rich debugging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Best for frontend flows, UI behavior, API interception, and quick feedback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Typical use cases: checkout flow, login flow, form validation, visual state assertions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Cypress Strengths and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Strengths: fast local runs, time-travel debugger, stable async handling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Strengths: great developer experience and CI integration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Constraint: primarily browser-focused; not ideal for deep backend-only validation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Constraint: heavy scenarios may require careful test data and environment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What is Codeception Acceptance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Codeception is a PHP testing framework that supports acceptance, functional, and API tests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Acceptance tests simulate real user behavior against the full deployed application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Usually driven through WebDriver (Selenium) or PhpBrowser depending on realism needs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Best for backend-integrated business workflows and server-side acceptance criteria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Codeception Acceptance Strengths and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Strengths: fits PHP ecosystems and backend-centric workflows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Strengths: supports modular helpers for domain-specific test actions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Constraint: browser-driven runs can be slower than Cypress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Constraint: requires stronger environment and data orchestration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F57"/>
                </a:solidFill>
              </a:rPr>
              <a:t>Recommended Split of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70C0"/>
                </a:solidFill>
              </a:defRPr>
            </a:pPr>
            <a:r>
              <a:t>Cypress (E2E UI Focus)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Critical UI journeys and happy paths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Client-side validations and SPA interactions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Cross-browser smoke set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Fast PR feedback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70C0"/>
                </a:solidFill>
              </a:defRPr>
            </a:pPr>
            <a:r>
              <a:t>Codeception (Acceptance Focus)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Business acceptance criteria end-to-end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Backend-heavy workflows with complex state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Role/permission and policy validation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Release-candidate acceptance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Layered Test Suite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Tier 1: Smoke tests (5-10 minutes) on every pull request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Tier 2: Core regression (20-40 minutes) on merge to master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Tier 3: Full acceptance suite nightly and before release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Tag tests by risk: @critical, @checkout, @auth, @billing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CI/CD Execution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Pipeline stage 1: build + unit tests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Pipeline stage 2: Cypress smoke and critical E2E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Pipeline stage 3: Codeception acceptance for release candidates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Publish artifacts: videos, screenshots, logs, flaky-test diagnostics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Fail fast on critical tests; quarantine known flakes with owner and expiry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Test Data and Environment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Use deterministic seed data and isolated test accounts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Reset environment state between suites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Stub third-party integrations in Cypress where appropriate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Run true end-to-end integrations in Codeception acceptance gates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Track environment drift as a first-class quality signal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Quality Metrics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Pass rate and mean time to failure detection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Flakiness rate by suite and by test owner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Defect escape rate mapped to missing test coverage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Coverage of top business journeys by automation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Monthly suite pruning: remove redundancy, optimize runtime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Adoption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Phase 1: Identify top 10 critical journeys and acceptance criteria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Phase 2: Implement Cypress PR smoke and Codeception release gate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Phase 3: Expand regression coverage by risk priority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Phase 4: Stabilize flaky tests and enforce quality SLAs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F57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Use Cypress for fast, developer-friendly UI end-to-end confidence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Use Codeception acceptance for backend-rich business validation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Combine both in a layered pipeline for speed and release safety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Measure quality with flakiness, risk coverage, and escaped defects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