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1097280"/>
            <a:ext cx="2103120" cy="210312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DEV</a:t>
            </a:r>
            <a:br/>
            <a: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Development Environment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D39F"/>
                </a:solidFill>
              </a:defRPr>
            </a:pPr>
            <a:r>
              <a:t>Animated Login Form  |  Remember Me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A complete guide to setting up, running, and extending</a:t>
            </a:r>
            <a:br/>
            <a:r>
              <a:t>a responsive animated login form with localStorage 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What this project is and what it does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38528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385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3852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Languages, libraries, and tools used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322576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Project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22576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File and folder organization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06624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0662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Dev Environment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0662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Prerequisites and server startup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090672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Running the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09067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Serving files and verifying in browser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474720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74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Feature: Remember Me — 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74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Checkbox markup added to form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3858768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8587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Feature: Remember Me —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85876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Styling to match existing design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242816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428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Feature: Remember Me — JavaScript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42816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localStorage read/write logic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626864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6268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How It Works — Flow Diagram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6268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Step-by-step data flow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010912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01091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Testing &amp;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010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Manual testing walkthrough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5394960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94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Git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394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Branching, committing, pushing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5779008"/>
            <a:ext cx="320040" cy="32004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77900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Summary &amp; 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77900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Recap and future enhancements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What Is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A beautiful, responsive animated login form built with pure HTML, CSS,</a:t>
            </a:r>
          </a:p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and vanilla JavaScript — no frameworks, no build tools, no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54864" cy="155448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Animated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Labels float up on focus with</a:t>
            </a:r>
            <a:br/>
            <a:r>
              <a:t>smooth CSS transitions and</a:t>
            </a:r>
            <a:br/>
            <a:r>
              <a:t>green accent underlines.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603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560320"/>
            <a:ext cx="54864" cy="155448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670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Responsive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71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CSS Grid adapts from two-column</a:t>
            </a:r>
            <a:br/>
            <a:r>
              <a:t>desktop layout to single-column</a:t>
            </a:r>
            <a:br/>
            <a:r>
              <a:t>mobile view at 900px.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603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560320"/>
            <a:ext cx="54864" cy="155448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70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Remember 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71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New feature: checkbox saves</a:t>
            </a:r>
            <a:br/>
            <a:r>
              <a:t>username to localStorage for</a:t>
            </a:r>
            <a:br/>
            <a:r>
              <a:t>auto-fill on next visit.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5603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560320"/>
            <a:ext cx="54864" cy="155448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670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Zero Dependencies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971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No npm, no build step. Just</a:t>
            </a:r>
            <a:br/>
            <a:r>
              <a:t>open index.html in a browser</a:t>
            </a:r>
            <a:br/>
            <a:r>
              <a:t>or serve with any static server.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99999"/>
                </a:solidFill>
                <a:latin typeface="Calibri"/>
              </a:defRPr>
            </a:pPr>
            <a:r>
              <a:t>The form submits to index.html (itself) — there is no backend authentication.</a:t>
            </a:r>
          </a:p>
          <a:p>
            <a:pPr>
              <a:spcAft>
                <a:spcPts val="600"/>
              </a:spcAft>
              <a:defRPr sz="1300">
                <a:solidFill>
                  <a:srgbClr val="999999"/>
                </a:solidFill>
                <a:latin typeface="Calibri"/>
              </a:defRPr>
            </a:pPr>
            <a:r>
              <a:t>This is a front-end UI template / demo project.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 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383280" cy="54864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Semantic markup, form elements,</a:t>
            </a:r>
            <a:br/>
            <a:r>
              <a:t>meta viewport for responsiveness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6459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1645920"/>
            <a:ext cx="3383280" cy="54864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Grid layout, transitions, pseudo-elements,</a:t>
            </a:r>
            <a:br/>
            <a:r>
              <a:t>media queries, linear gradients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6459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645920"/>
            <a:ext cx="3383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JavaScript (ES6)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DOM manipulation, event listeners,</a:t>
            </a:r>
            <a:br/>
            <a:r>
              <a:t>localStorage API, querySelectorAll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3383280" cy="54864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Google Fonts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Poppins 600 loaded via CDN</a:t>
            </a:r>
            <a:br/>
            <a:r>
              <a:t>for clean, modern typography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365760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19" y="3657600"/>
            <a:ext cx="3383280" cy="54864"/>
          </a:xfrm>
          <a:prstGeom prst="rect">
            <a:avLst/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3840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Font Awesome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251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Icon kit loaded via CDN</a:t>
            </a:r>
            <a:br/>
            <a:r>
              <a:t>for user and lock icons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65760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9" y="3657600"/>
            <a:ext cx="3383280" cy="54864"/>
          </a:xfrm>
          <a:prstGeom prst="rect">
            <a:avLst/>
          </a:prstGeom>
          <a:solidFill>
            <a:srgbClr val="306E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3840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Python http.server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251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Built-in static file server</a:t>
            </a:r>
            <a:br/>
            <a:r>
              <a:t>for local development (port 8080)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 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File Organization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400800" cy="34747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project-root/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├── index.html          # Main HTML page (login form)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├── css/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│   └── style.css       # All styling, animations, responsive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├── js/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│   └── main.js         # Input animations + Remember Me logic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└── img/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├── avatar.svg      # Profile avatar illustration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├── bg.svg          # Background illustration (phone)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└── wave.png        # Decorative green wave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55448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6642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965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Single-page login form with</a:t>
            </a:r>
            <a:br/>
            <a:r>
              <a:t>Username, Password, Remember Me</a:t>
            </a:r>
            <a:br/>
            <a:r>
              <a:t>checkbox, and Login button.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4320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274320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85292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css/style.css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154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CSS Grid layout, animated labels,</a:t>
            </a:r>
            <a:br/>
            <a:r>
              <a:t>green accent theme, responsive</a:t>
            </a:r>
            <a:br/>
            <a:r>
              <a:t>media queries for mobile.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93192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393192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04164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js/main.js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3434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Focus/blur animations for inputs</a:t>
            </a:r>
            <a:br/>
            <a:r>
              <a:t>and localStorage persistence</a:t>
            </a:r>
            <a:br/>
            <a:r>
              <a:t>for Remember Me feature.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  DEV 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Setting Up Your Dev Environment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Step 1: 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0195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Ensure you have a modern browser (Chrome, Firefox, etc.)</a:t>
            </a:r>
            <a:br/>
            <a:r>
              <a:t>and Python 3.x installed (for the static file server).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Step 2: Clone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9067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onsolas"/>
              </a:defRPr>
            </a:pPr>
            <a:r>
              <a:t>git clone &lt;repo-url&gt;</a:t>
            </a:r>
            <a:br/>
            <a:r>
              <a:t>cd Responsive-Login-Form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31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Step 3: Start the Dev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onsolas"/>
              </a:defRPr>
            </a:pPr>
            <a:r>
              <a:t>python3 -m http.server 8080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166360"/>
            <a:ext cx="411480" cy="41148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120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Step 4: Open in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6811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onsolas"/>
              </a:defRPr>
            </a:pPr>
            <a:r>
              <a:t>Navigate to  http://localhost:8080/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554480"/>
            <a:ext cx="4846320" cy="43891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python3 -m http.server 8080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Serving HTTP on 0.0.0.0 port 8080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curl -s -o /dev/null -w "%{http_code}"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http://localhost:8080/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200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curl -s -o /dev/null -w "%{http_code}"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http://localhost:8080/css/style.css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200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curl -s -o /dev/null -w "%{http_code}"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http://localhost:8080/js/main.js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989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Terminal output — all assets return HTTP 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  RUNNING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Verifying the Application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index.html loads at http://localhost:8080/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Green wave background renders across the left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Background illustration (phone with person) displays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Avatar SVG shows above the WELCOME heading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Username &amp; Password inputs render with placeholder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Focus animation: labels float up, green underline appears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Blur animation: labels return when input is 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Forgot Password? link shows hover color change to 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LOGIN button gradient shifts on hover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611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Form submits and reloads the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976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Remember Me checkbox appears between password &amp; Forgot 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83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✅  Responsive: layout adjusts at 1050px, 1000px, and 900px breakpoints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  REMEMBER ME —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HTML Changes: Adding the Checkbox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858000" cy="29260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&lt;!-- Added after the password .input-div --&gt;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&lt;div class="remember-me"&gt;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&lt;label&gt;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&lt;input type="checkbox" id="remember"&gt;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&lt;span&gt;Remember Me&lt;/span&gt;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&lt;/label&gt;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&lt;a href="#"&gt;Forgot Password?&lt;/a&gt;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&lt;/div&gt;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54480"/>
            <a:ext cx="374903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554480"/>
            <a:ext cx="54864" cy="86868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6420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Wrapper div.remember-me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9659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Flexbox container that places the checkbox</a:t>
            </a:r>
            <a:br/>
            <a:r>
              <a:t>label on the left and the Forgot Password</a:t>
            </a:r>
            <a:br/>
            <a:r>
              <a:t>link on the right, on the same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560320"/>
            <a:ext cx="374903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2560320"/>
            <a:ext cx="54864" cy="86868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7004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Checkbox with id="remember"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9718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The id lets JavaScript reference this</a:t>
            </a:r>
            <a:br/>
            <a:r>
              <a:t>element to read checked state and</a:t>
            </a:r>
            <a:br/>
            <a:r>
              <a:t>set it on page 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566160"/>
            <a:ext cx="374903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3566160"/>
            <a:ext cx="54864" cy="86868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67588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Moved &lt;a&gt; inside wrapper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977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The Forgot Password link was previously</a:t>
            </a:r>
            <a:br/>
            <a:r>
              <a:t>a standalone element. Now it lives inside</a:t>
            </a:r>
            <a:br/>
            <a:r>
              <a:t>the .remember-me flex container.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  REMEMBER ME —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CSS Changes: Styling the Checkbox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8580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.remember-me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display: flex;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justify-content: space-between;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align-items: center;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margin: 8px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.remember-me label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display: flex;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align-items: center;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cursor: pointer;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color: #999;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font-size: 0.9rem;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transition: .3s;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.remember-me label:hover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color: #38d39f;      /* matches theme */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.remember-me label input[type="checkbox"]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width: 15px;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height: 15px;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margin-right: 6px;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accent-color: #38d39f;  /* green check */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cursor: pointer;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54480"/>
            <a:ext cx="37490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554480"/>
            <a:ext cx="54864" cy="100584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6420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Flexbox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96596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space-between puts the checkbox</a:t>
            </a:r>
            <a:br/>
            <a:r>
              <a:t>on the left and Forgot Password</a:t>
            </a:r>
            <a:br/>
            <a:r>
              <a:t>on the right — clean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697480"/>
            <a:ext cx="37490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2697480"/>
            <a:ext cx="54864" cy="100584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80720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Matching 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0896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accent-color: #38d39f makes the</a:t>
            </a:r>
            <a:br/>
            <a:r>
              <a:t>checkbox tick green, consistent</a:t>
            </a:r>
            <a:br/>
            <a:r>
              <a:t>with buttons and underlines.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40480"/>
            <a:ext cx="37490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3840480"/>
            <a:ext cx="54864" cy="100584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95020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Hover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5196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Label text changes to green on</a:t>
            </a:r>
            <a:br/>
            <a:r>
              <a:t>hover, matching the existing</a:t>
            </a:r>
            <a:br/>
            <a:r>
              <a:t>hover behavior of links.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983480"/>
            <a:ext cx="37490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4983480"/>
            <a:ext cx="54864" cy="100584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509320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No Layout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39496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margin: 8px 0 keeps the vertical</a:t>
            </a:r>
            <a:br/>
            <a:r>
              <a:t>spacing compact. The existing</a:t>
            </a:r>
            <a:br/>
            <a:r>
              <a:t>form width (360px) is preserved.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  REMEMBER ME —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JavaScript: localStorage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8580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const rememberCheckbox 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document.getElementById("remember");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const usernameInput 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document.querySelector(".input-div.one .input");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const loginForm 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document.querySelector("form");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On page load: restore saved username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window.addEventListener("DOMContentLoaded", function(){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const saved 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localStorage.getItem("rememberedUsername");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(saved)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usernameInput.value = saved;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usernameInput.parentNode.parentNode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.classList.add("focus");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rememberCheckbox.checked = true;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On submit: save or clear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loginForm.addEventListener("submit", function(){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(rememberCheckbox.checked)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localStorage.setItem(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"rememberedUsername",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usernameInput.value);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 else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localStorage.removeItem(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"rememberedUsername");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5448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55448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6420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DOMContentLoaded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96596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Runs after DOM is ready. Checks</a:t>
            </a:r>
            <a:br/>
            <a:r>
              <a:t>localStorage for a saved username</a:t>
            </a:r>
            <a:br/>
            <a:r>
              <a:t>and pre-fills the input if found.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78892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278892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89864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classList.add("focus")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0040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Triggers the CSS animation so</a:t>
            </a:r>
            <a:br/>
            <a:r>
              <a:t>the label floats up when the</a:t>
            </a:r>
            <a:br/>
            <a:r>
              <a:t>input already has a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02336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402336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submit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3484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Fires just before form submission.</a:t>
            </a:r>
            <a:br/>
            <a:r>
              <a:t>Saves or removes the username</a:t>
            </a:r>
            <a:br/>
            <a:r>
              <a:t>based on checkbox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525780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525780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536752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localStorage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66928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setItem() persists data across</a:t>
            </a:r>
            <a:br/>
            <a:r>
              <a:t>page reloads. removeItem() clears</a:t>
            </a:r>
            <a:br/>
            <a:r>
              <a:t>it when the user opts 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Remember Me —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15087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Page 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DOMContentLoaded fires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20240" y="3017520"/>
            <a:ext cx="182880" cy="182880"/>
          </a:xfrm>
          <a:prstGeom prst="rightArrow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29968" y="2286000"/>
            <a:ext cx="15087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32888" y="1737360"/>
            <a:ext cx="457200" cy="45720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377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Check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localStorage.getItem(</a:t>
            </a:r>
            <a:br/>
            <a:r>
              <a:t>"rememberedUsername")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84448" y="3017520"/>
            <a:ext cx="182880" cy="182880"/>
          </a:xfrm>
          <a:prstGeom prst="rightArrow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94176" y="2286000"/>
            <a:ext cx="15087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97096" y="1737360"/>
            <a:ext cx="457200" cy="45720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2377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Value Found?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If yes: fill input,</a:t>
            </a:r>
            <a:br/>
            <a:r>
              <a:t>add .focus class,</a:t>
            </a:r>
            <a:br/>
            <a:r>
              <a:t>check the checkbox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48656" y="3017520"/>
            <a:ext cx="182880" cy="182880"/>
          </a:xfrm>
          <a:prstGeom prst="rightArrow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58384" y="2286000"/>
            <a:ext cx="15087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61304" y="1737360"/>
            <a:ext cx="457200" cy="45720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377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User Fills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Types username,</a:t>
            </a:r>
            <a:br/>
            <a:r>
              <a:t>password, toggles</a:t>
            </a:r>
            <a:br/>
            <a:r>
              <a:t>Remember 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12864" y="3017520"/>
            <a:ext cx="182880" cy="182880"/>
          </a:xfrm>
          <a:prstGeom prst="rightArrow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22592" y="2286000"/>
            <a:ext cx="15087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25512" y="1737360"/>
            <a:ext cx="457200" cy="45720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377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Clicks 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submit event fires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77072" y="3017520"/>
            <a:ext cx="182880" cy="182880"/>
          </a:xfrm>
          <a:prstGeom prst="rightArrow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0" y="2286000"/>
            <a:ext cx="15087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89720" y="1737360"/>
            <a:ext cx="457200" cy="45720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377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Save / Clear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Checked: setItem()</a:t>
            </a:r>
            <a:br/>
            <a:r>
              <a:t>Unchecked: removeItem()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241280" y="3017520"/>
            <a:ext cx="182880" cy="182880"/>
          </a:xfrm>
          <a:prstGeom prst="rightArrow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51008" y="2286000"/>
            <a:ext cx="15087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53928" y="1737360"/>
            <a:ext cx="457200" cy="457200"/>
          </a:xfrm>
          <a:prstGeom prst="ellipse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8" y="23774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Page Reloads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2448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Cycle repeats</a:t>
            </a:r>
            <a:br/>
            <a:r>
              <a:t>from Step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99999"/>
                </a:solidFill>
                <a:latin typeface="Calibri"/>
              </a:defRPr>
            </a:pPr>
            <a:r>
              <a:t>localStorage persists until explicitly cleared — data survives browser restarts, not just page reloads.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  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Manual Testing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457200" cy="32004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Fresh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Open http://localhost:8080/</a:t>
            </a:r>
            <a:br/>
            <a:r>
              <a:t>Form is empty, checkbox unchecked.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5544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79" y="1691640"/>
            <a:ext cx="457200" cy="32004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19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Fill &amp;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103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Type "testuser" in Username,</a:t>
            </a:r>
            <a:br/>
            <a:r>
              <a:t>"password123" in Password.</a:t>
            </a:r>
            <a:br/>
            <a:r>
              <a:t>Check Remember 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5544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19" y="1691640"/>
            <a:ext cx="457200" cy="32004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Submit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103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Click LOGIN. Form saves</a:t>
            </a:r>
            <a:br/>
            <a:r>
              <a:t>username to localStorage,</a:t>
            </a:r>
            <a:br/>
            <a:r>
              <a:t>page reloads.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77640"/>
            <a:ext cx="457200" cy="32004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77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Verify Auto-Fill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After reload, Username shows</a:t>
            </a:r>
            <a:br/>
            <a:r>
              <a:t>"testuser", label is animated</a:t>
            </a:r>
            <a:br/>
            <a:r>
              <a:t>up, checkbox is checked.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38404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26279" y="3977640"/>
            <a:ext cx="457200" cy="32004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3977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Uncheck &amp;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389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Uncheck Remember Me, click</a:t>
            </a:r>
            <a:br/>
            <a:r>
              <a:t>LOGIN. localStorage entry</a:t>
            </a:r>
            <a:br/>
            <a:r>
              <a:t>is removed.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8404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75319" y="3977640"/>
            <a:ext cx="457200" cy="32004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59" y="3977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Verify Cleared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389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Reload page. Username is</a:t>
            </a:r>
            <a:br/>
            <a:r>
              <a:t>empty, checkbox unchecked.</a:t>
            </a:r>
            <a:br/>
            <a:r>
              <a:t>Persistence cleared.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2743200" cy="41148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  GIT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Branching &amp; Committing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400800" cy="34747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Create feature branch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git checkout -b feature/remember-me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Stage all changes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git add -A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Commit with descriptive message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git commit -m "feat: add Remember Me checkbox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with localStorage persistence"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Push to remote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$ git push -u origin feature/remember-me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55448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6642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Feature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965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Isolate changes on a dedicated</a:t>
            </a:r>
            <a:br/>
            <a:r>
              <a:t>branch so main stays clean</a:t>
            </a:r>
            <a:br/>
            <a:r>
              <a:t>until the feature is reviewed.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8892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278892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89864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Conventional Commits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2004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feat: prefix signals a new</a:t>
            </a:r>
            <a:br/>
            <a:r>
              <a:t>feature. Body describes what</a:t>
            </a:r>
            <a:br/>
            <a:r>
              <a:t>was added and why.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02336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4023360"/>
            <a:ext cx="54864" cy="1051560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13308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Files 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434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index.html — checkbox markup</a:t>
            </a:r>
            <a:br/>
            <a:r>
              <a:t>style.css — remember-me styles</a:t>
            </a:r>
            <a:br/>
            <a:r>
              <a:t>main.js — localStorage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✅  Dev environment: python3 -m http.server 8080 — zero install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✅  All assets verified serving correctly (HTML, CSS, JS, SVG, PNG)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✅  Remember Me feature added across 3 files (HTML, CSS, 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✅  localStorage persists username across page reloads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✅  Existing design fully preserved — animations, layout, responsiveness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✅  Changes committed to feature/remember-me branch and pushed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D39F"/>
                </a:solidFill>
                <a:latin typeface="Calibri"/>
              </a:defRPr>
            </a:pPr>
            <a:r>
              <a:t>Possible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→  Add backend authentication (Node.js / Python Flask)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→  Add form validation with error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→  Add "Show Password" toggle 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63639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→  Add dark mode theme toggle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Animated Login Form — Dev Environment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